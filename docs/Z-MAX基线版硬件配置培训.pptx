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97D"/>
                </a:solidFill>
              </a:defRPr>
            </a:pPr>
            <a:r>
              <a:t>Z-MAX 基线版 · 硬件配置手册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F81BD"/>
                </a:solidFill>
              </a:defRPr>
            </a:pPr>
            <a:r>
              <a:t>Z700 轮式双臂精细操作机器人 · L2 基线版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智蜂创元(ZFCY)  |  Orin 实机运行验证  |  Q/ZFCY 001.1-2026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Z-MAX 基线版 · 硬件总览 — 12路真实设备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以下所有硬件均已通过 AGX Orin 智算中枢实际连接验证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🤖  珞石 6-DOF 机械臂             🖐️  电动夹爪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⚡  六维力/力矩传感器               📷  RealSense D405 深度相机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🚦  三色塔灯 (绿/黄/红)            🚨  双路急停 (物理+USB)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📱  Honeywell 扫码枪               🖐️  触觉传感器 TS-F-L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👁️  FoundationPose 视觉定位        📡  障碍物检测系统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🎛️  状态机 motion                   🖥️  HMI 人机界面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网络: 192.168.23.10 · ROS2 Domain 23 · 21节点 · 51 Topic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🧠 AGX Orin · 智算中枢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Z-MAX 的核心大脑 — NVIDIA Jetson AGX Orin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◈ 算力: 275 TOPS AI 推理 + 7.4 GB RAM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◈ 实时控制: 1ms EtherCAT 总线控制周期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◈ 视觉处理: 实时 3D 点云 + FoundationPose 定位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◈ 力控闭环: 六维力传感器 &gt;10kHz 采样率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◈ 多任务: 21 个 ROS2 节点并行运行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◈ 通信: 51 个 Topic 数据流 + Service 控制接口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所有硬件驱动以 ROS2 节点形式运行在 Orin 上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XSpace Studio 通过 SSH 远程操控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🤖 珞石 6-DOF 机械臂  |  执行层 · 核心运动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97D"/>
                </a:solidFill>
              </a:defRPr>
            </a:pPr>
            <a:r>
              <a:t>🔌 控制接口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/robot_driver 节点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/joint_states (实时关节角度)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/robot_status (JSON 状态)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Service: move_joint/line/pose/sequence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Service: robot_stop (急停)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/real_joint_states (原始编码器)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BBB59"/>
                </a:solidFill>
              </a:defRPr>
            </a:pPr>
            <a:r>
              <a:t>📋 功能说明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6轴关节运动 · 重复定位 ±0.05mm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珞石(ROKAE)高精度工业机械臂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支持关节空间/笛卡尔空间运动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序列动作编排执行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实时关节状态反馈 (位置/速度/力矩)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集成力控插入搜索功能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BBB59"/>
                </a:solidFill>
              </a:defRPr>
            </a:pPr>
            <a:r>
              <a:t>✅ 已接入 · 实测可用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🖐️ 电动夹爪  |  执行层 · 末端执行器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97D"/>
                </a:solidFill>
              </a:defRPr>
            </a:pPr>
            <a:r>
              <a:t>🔌 控制接口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/gripper_driver 节点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/gripper_pos (当前开度)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Service: GripperSrv (target_pos 0~200)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XSpace Studio: 🖐️开 / ✊关 一键控制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BBB59"/>
                </a:solidFill>
              </a:defRPr>
            </a:pPr>
            <a:r>
              <a:t>📋 功能说明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电动伺服驱动 · 位置控制精度高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夹持力自适应 · 不伤光模块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开度范围 0~200 (约 0~40mm)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支持力控模式 (target_force)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开/关响应 &lt;0.5秒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BBB59"/>
                </a:solidFill>
              </a:defRPr>
            </a:pPr>
            <a:r>
              <a:t>✅ 已接入 · 实测可用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⚡ 六维力/力矩传感器  |  感知层 · 力觉反馈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97D"/>
                </a:solidFill>
              </a:defRPr>
            </a:pPr>
            <a:r>
              <a:t>🔌 控制接口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/tactile_force_node 节点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/robot/force_torque (WrenchStamped)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/robot/tcp_pose (末端位姿)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/robot/joint_states (正运动学推算)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BBB59"/>
                </a:solidFill>
              </a:defRPr>
            </a:pPr>
            <a:r>
              <a:t>📋 功能说明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6轴力/力矩实时测量 (Fx/Fy/Fz/Tx/Ty/Tz)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采样率 &gt;10kHz · 比人手灵敏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力控柔顺操作的核心传感器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同时提供末端 TCP 位姿估算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与状态机 motion 联动实现力控闭环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BBB59"/>
                </a:solidFill>
              </a:defRPr>
            </a:pPr>
            <a:r>
              <a:t>✅ 已接入 · 实测可用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📷 RealSense D405  |  感知层 · 3D视觉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97D"/>
                </a:solidFill>
              </a:defRPr>
            </a:pPr>
            <a:r>
              <a:t>🔌 控制接口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/realsense_source 节点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/realsense/color/image_raw (RGB)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/realsense/depth/image_rect_raw (深度)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/realsense/points (3D点云)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BBB59"/>
                </a:solidFill>
              </a:defRPr>
            </a:pPr>
            <a:r>
              <a:t>📋 功能说明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Intel RealSense D405 深度相机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RGB 彩色图像 + 深度图 + 3D点云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用于 FoundationPose 视觉定位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XSpace Studio 📸一键拍照功能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分辨率: 实测 640×480 或更高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BBB59"/>
                </a:solidFill>
              </a:defRPr>
            </a:pPr>
            <a:r>
              <a:t>✅ 已接入 · 实测可用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🚦 三色塔灯  |  IO层 · 状态指示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97D"/>
                </a:solidFill>
              </a:defRPr>
            </a:pPr>
            <a:r>
              <a:t>🔌 控制接口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/tower_light 节点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/tower_light/command (std_msgs/String)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/tower_light/status (当前状态)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Subscribes: emergency_stop, motion/*, estop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BBB59"/>
                </a:solidFill>
              </a:defRPr>
            </a:pPr>
            <a:r>
              <a:t>📋 功能说明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三色: 🟢绿(运行) 🟡黄(待处理) 🔴红(急停)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自动响应机器人状态变化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发布 green/yellow/red/off 命令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XSpace Studio 硬件总线实测: 三色全通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产线工人通过颜色即可判断状态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BBB59"/>
                </a:solidFill>
              </a:defRPr>
            </a:pPr>
            <a:r>
              <a:t>✅ 已接入 · 实测可用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🚨 双路急停  |  IO层 · 安全保障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97D"/>
                </a:solidFill>
              </a:defRPr>
            </a:pPr>
            <a:r>
              <a:t>🔌 控制接口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/physical_estop (物理急停按钮)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/usb_estop (USB外接急停)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/emergency_stop/event (事件通知)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tower_light 节点订阅急停状态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BBB59"/>
                </a:solidFill>
              </a:defRPr>
            </a:pPr>
            <a:r>
              <a:t>📋 功能说明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双路冗余设计: 物理按钮 + USB接口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任一触发立即停止所有运动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塔灯自动切换为红色闪烁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需手动复位才可恢复运行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符合工业安全标准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BBB59"/>
                </a:solidFill>
              </a:defRPr>
            </a:pPr>
            <a:r>
              <a:t>✅ 已接入 · 实测可用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🖐️ 触觉传感器 TS-F-L  |  感知层 · 接触检测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97D"/>
                </a:solidFill>
              </a:defRPr>
            </a:pPr>
            <a:r>
              <a:t>🔌 控制接口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/tactile_force_node 节点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/tactile_sensor (TactileSensor消息)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型号: TS-F-L (通用小拇指)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QoS: BEST_EFFORT (事件驱动)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BBB59"/>
                </a:solidFill>
              </a:defRPr>
            </a:pPr>
            <a:r>
              <a:t>📋 功能说明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触觉阵列传感器 · 检测物理接触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事件驱动模式: 有接触时才推送数据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辅助定位和夹持确认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与状态机联动实现触觉反馈控制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空闲时无数据 = 正常状态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BBB59"/>
                </a:solidFill>
              </a:defRPr>
            </a:pPr>
            <a:r>
              <a:t>✅ 已接入 · 实测可用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👁️ FoundationPose 视觉定位  |  感知层 · 视觉AI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97D"/>
                </a:solidFill>
              </a:defRPr>
            </a:pPr>
            <a:r>
              <a:t>🔌 控制接口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/vision_tag 节点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/vision 节点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/vision_pointcloud 节点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订阅: RealSense color/depth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发布: visualization_marker_array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9BBB59"/>
                </a:solidFill>
              </a:defRPr>
            </a:pPr>
            <a:r>
              <a:t>📋 功能说明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基于 FoundationPose 的6-DOF位姿估计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利用 RGB + 深度图 + 3D点云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定位托盘/料盘/模块的精确位置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视觉引导机械臂精确抓取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◈ 通过 /joint_and_pose service 反馈机械臂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BBB59"/>
                </a:solidFill>
              </a:defRPr>
            </a:pPr>
            <a:r>
              <a:t>✅ 已接入 · 实测可用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📱 扫码枪 &amp; 其他外设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📱 Honeywell 扫码枪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/honeywell_scanner 节点 · /barcode_scanner/status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Service: /barcode_scanner/start_scan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自动识别模块 SN 码 · 与 HMI 联动记录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🖥️ HMI 人机界面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/hmi_v1_tashan_bridge 桥接节点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订阅 gripper_pos / joint_states / hmi/events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XSpace Studio 的 Orin 端配套界面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🎛️ 状态机 (motion)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接收 5 路传感器输入 → 输出控制指令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   • /execute_external_task · /hmi/command · /hmi/snapshot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系统架构 · ROS2 数据流拓扑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🖥️  控制层:  motion ← 5路传感器 → hmi/events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             external_comm ↔ execute_external_task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🤖  执行层:  robot_driver → joint/status/pose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             gripper_driver → gripper_pos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⚡  感知层:  tactile_force → F/T · realsense → color/depth/points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             vision_tag → FoundationPose · honeywell → barcode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🚦  IO层:    tower_light ← emergency/motion/estop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             hmi_bridge ← real_joint/gripper/events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共 21 个 ROS2 节点 · 51 个 Topic · 全 Domain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XSpace Studio · 一站式操控平台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Windows PC 上的 Z-MAX 操作界面 (PyQt5 暗色主题)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🔧  硬件工具箱 — 12路硬件总线 (CANoe风格)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三色塔灯 🟢🟡🔴⚫ · 夹爪 🖐️开 ✊关 · 机械臂 📡🛑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RealSense 📸拍照 · 触觉 📡读取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每路硬件独立控制 · 状态实时反馈 · SSH复用加速 (0.3s)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📈  实时监控 — 5种信号源 + Rerun 3D可视化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回放 · 仿真 · 演示 · 实时Orin · 离线仿真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   Topic/Node面板 · 信号追踪(余晖效果) · rosbag录制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🏋️  训练控制台 — VTLA DiffusionPolicy 端到端训练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✅  评估分析 — 训练损失曲线 · 多记录对比 · 模型管理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Z-MAX 基线版 · 技术参数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项目                参数                       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机械臂              6-DOF 工业级 (珞石平台)    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重复定位精度         ±0.05mm                   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力传感器             六维 (Fx/Fy/Fz/Tx/Ty/Tz)  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力控采样率           &gt;10kHz                    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深度相机             Intel RealSense D405      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夹爪                 电动伺服 · 0~40mm 开度     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触觉传感器           TS-F-L · 事件驱动         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扫码枪               Honeywell · 自动识码       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智算中枢             NVIDIA Jetson AGX Orin · 275TOPS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控制周期             1ms (EtherCAT)            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操作系统             Ubuntu 22.04 · ROS2 Humble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ROS2 节点数          21 个                     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ROS2 Topic 数        51 个                     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Domain ID            23                        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网络                 192.168.23.10             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操作界面             XSpace Studio (Windows PC/平板)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安全                 双路急停 · 力控过载 · 塔灯 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│  关键工序良率         大于99% (L2基线)                  │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97D"/>
                </a:solidFill>
              </a:defRPr>
            </a:pPr>
            <a:r>
              <a:t>Z-MAX 基线版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F81BD"/>
                </a:solidFill>
              </a:defRPr>
            </a:pPr>
            <a:r>
              <a:t>12路硬件 · 21节点 · 1ms控制 · 大于99%良率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88888"/>
                </a:solidFill>
              </a:defRPr>
            </a:pPr>
            <a:r>
              <a:t>智蜂创元(ZFCY) · Q/ZFCY 001.1-2026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