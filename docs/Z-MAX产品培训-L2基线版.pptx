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97D"/>
                </a:solidFill>
              </a:defRPr>
            </a:pPr>
            <a:r>
              <a:t>Z-MAX 基线版 · 光模块精细操作机器人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F81BD"/>
                </a:solidFill>
              </a:defRPr>
            </a:pPr>
            <a:r>
              <a:t>Z700 轮式双臂机器人 · L2 基线版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智蜂创元(ZFCY)  |  买回去当天就能用  |  12个月回本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一台 Z700 能帮你省多少钱？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12 个月回本 · 之后每年净省 95 万+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对比项              熟练工人(3班倒)      Z700 基线版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年人力成本           108万/年              0 (仅电费)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关键工序良率         95~97%                ≥99.2%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单模块节拍           45~60秒               38秒 (稳定)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工作时间             8h×3班=24h            24h×7天 (不停机)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培训成本             3个月/新人            1天培训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年综合成本           ≈120万                ≈25万 (折旧)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Z700 硬件 — 为光模块产线而生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◈ 左右双臂 7-DOF (14轴) · 重复定位 ±0.02mm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◈ 六维力传感器 · 力控柔顺 · 比人手还灵敏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◈ 深度3D相机 (RealSense D405) · 0.1mm精度定位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◈ 电动夹爪 · 夹持力自适应 · 不伤光模块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◈ AGX Orin 智算中枢 · 1ms EtherCAT 实时控制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◈ 三色塔灯 (绿/黄/红) + 双路急停 · 安全冗余设计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◈ 触觉传感器 · 扫码枪 · 轮式底盘即插即用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Z-MAX 能力路线 · Q/ZFCY 001.1-2026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 L2 基线版 (当前交付)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点到点运动控制 · 力控柔顺操作 · 预制工序自动执行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关键工序良率 ≥99.2% · XSpace Studio 一键操控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⏳  L3 增强版 (OTA 软件升级)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视觉引导自主定位 · 多工序自动编排 · 异常自恢复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全工序良率 ≥99.5%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🔮  L4 旗舰版 (AI 全自主)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VLA 视觉语言动作模型 · 新模块自动适配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7×24 无人值守 · 零人工干预 · 良率 ≥99.9%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Phase 0 · 从平台到产品的跨越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Z-MAX 基线版在 6-DOF 机械臂平台上完成全套工程验证: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 精准运动控制 (14轴协调同步)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 六维力控柔顺操作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 塔灯 / 急停 / 触觉 / 扫码 IO 全部打通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 RealSense 3D 视觉定位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 XSpace Studio 一站式操控界面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 双路安全急停 + 力控过载保护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所有功能在真实光模块产线上稳定运行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L2 基线版已可投产使用 · L3/L4 通过 OTA 获得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日常操作 · 5 分钟学会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①  按下主电源 → 等待塔灯变绿 → 打开 XSpace Studio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②  选择工序: 固件加载 / 老化上下料 / 模块测试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③  点击「开始」→ 机器人自动执行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🟢  绿灯 = 正常运行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🟡  黄灯 = 需要人工处理 (缺料/模块异常)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🔴  红灯 = 紧急停止 (立即检查排除障碍)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会玩手机就会操作 Z700  |  全中文界面  |  一键式操作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为什么选 Z-MAX？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📊  厂长视角:   12个月回本 · 24h×7产能翻倍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        良率从95%→99.2% · 每年净省95万+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🔍  质量经理:   ±0.02mm精度 · 每模块全程可追溯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        机器不疲劳 · 不偷懒 · 不走神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👷  产线工人:   从重复插拔劳动 → 机器人管理员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        工作更轻松 · 更有技术含量 · 更有尊严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常见问题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Q: 难学吗？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A: 1天现场培训即可上手 · 全中文界面 · 视频教程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Q: 坏了怎么办？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A: 2年整机保修 · 核心部件模块化30分钟现场更换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7×24 远程诊断支持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Q: 能适配我们现在的产线吗？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A: 轮式底盘直接推到工位 · 220V即插即用 · 不改造产线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Q: 什么时候能升级 L3/L4？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A: L3 预计 2026年Q4 OTA推送 · L4 预计 2027年Q2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硬件不需要更换 · 纯软件升级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97D"/>
                </a:solidFill>
              </a:defRPr>
            </a:pPr>
            <a:r>
              <a:t>Z-MAX 基线版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F81BD"/>
                </a:solidFill>
              </a:defRPr>
            </a:pPr>
            <a:r>
              <a:t>让每个光模块都经得起考验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智蜂创元(ZFCY) · 预约现场演示 · Q/ZFCY 001.1-2026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