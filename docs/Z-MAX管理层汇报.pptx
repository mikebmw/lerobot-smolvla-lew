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Z-MAX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多模态动作专家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27432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918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光模块工厂智能插拔解决方案</a:t>
            </a:r>
            <a:endParaRPr lang="en-US" sz="24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±0.02mm 精度  |  99.2% 成功率  |  L4级全自主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63550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智蜂创元 | 具身机器人产品解决方案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核心产品形态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Z-MAX </a:t>
            </a:r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智蜂 - 多模态动作专家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命名逻辑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768096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468880"/>
            <a:ext cx="73152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6517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智蜂 Z-Bee</a:t>
            </a:r>
            <a:pPr algn="l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精密、高效、协同的工业级品牌IP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Z-MAX 四维含义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59436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09651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409651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潜在特征空间</a:t>
            </a:r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L4级全域感知与认知底座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617720"/>
            <a:ext cx="594360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69087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63040" y="469087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模态</a:t>
            </a:r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L4级感官融合与自适应泛化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5212080"/>
            <a:ext cx="59436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28523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63040" y="528523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/ 动作</a:t>
            </a:r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L4级精细力控与动态执行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5806440"/>
            <a:ext cx="59436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87959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63040" y="587959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/ 专家</a:t>
            </a:r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L4级自主决策与全自主闭环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6400800"/>
            <a:ext cx="768096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6537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品牌注册备选  |  </a:t>
            </a:r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R-MAX</a:t>
            </a:r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RB-MAX</a:t>
            </a:r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Z-BOT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智能化分级体系 (L1-L5)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54480"/>
            <a:ext cx="38404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73152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737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828800" y="1737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基础驱动平台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0 + System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651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硬件底座与安全层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554480"/>
            <a:ext cx="38404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554480"/>
            <a:ext cx="73152" cy="1645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1737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943600" y="1737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条件自主插拔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2064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0 + 11 + 2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2651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单工位自动插拔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474720"/>
            <a:ext cx="38404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474720"/>
            <a:ext cx="73152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657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828800" y="3657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全域无人插拔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4206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0+11+12+2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4572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产线级全自主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3474720"/>
            <a:ext cx="38404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474720"/>
            <a:ext cx="73152" cy="16459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3657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L5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943600" y="3657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全域通用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120640" y="4206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全栈系统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20640" y="4572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跨场景泛化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56692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基于《智算中枢·智能化技术标准》Q/ZFCY001.1-2026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L2 - 基础驱动平台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54864" cy="2286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L2基石层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硬件驱动 (EtherCAT/Modbus)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力控安全系统（≤50N全域停机）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急停与保护机制（双冗余）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运动控制基础（运动学正逆解）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65760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371600"/>
            <a:ext cx="54864" cy="2286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L4大脑层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云端智能体（任务规划与拆解）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任务调度与状态监控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异常处理策略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数据收集与反馈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功能特点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438912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硬件底座搭建完成，系统稳定运行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安全保护层激活，具备基础运动能力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可接收云端任务指令，执行人工示教轨迹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不具备自主插拔能力，依赖人工干预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L3 - 条件自主插拔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6517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54864" cy="2560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L2基石层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硬件驱动层</a:t>
            </a:r>
            <a:endParaRPr lang="en-US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力控安全</a:t>
            </a:r>
            <a:endParaRPr lang="en-US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急停保护</a:t>
            </a:r>
            <a:endParaRPr lang="en-US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运动控制基础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1371600"/>
            <a:ext cx="26517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371600"/>
            <a:ext cx="54864" cy="2560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SYS-11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4904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L3动作系统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49040" y="21945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SmolVLA动作模型</a:t>
            </a:r>
            <a:endParaRPr lang="en-US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DiT-B动作头</a:t>
            </a:r>
            <a:endParaRPr lang="en-US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端侧推理 &lt;10ms</a:t>
            </a:r>
            <a:endParaRPr lang="en-US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精细力控执行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1371600"/>
            <a:ext cx="26517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371600"/>
            <a:ext cx="54864" cy="2560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L4大脑层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21945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云端智能体</a:t>
            </a:r>
            <a:endParaRPr lang="en-US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任务调度</a:t>
            </a:r>
            <a:endParaRPr lang="en-US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状态监控</a:t>
            </a:r>
            <a:endParaRPr lang="en-US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异常处理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核心能力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466344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单工位自动插拔能力，精度 ±0.02mm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SmolVLA 500M 模型端侧推理，响应 &lt;10ms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支持结构化环境下的自动操作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 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需要人工处理异常情况和复杂故障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L4 - 全域无人插拔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92024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54864" cy="2560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463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L2基石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硬件驱动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力控安全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急停保护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运动控制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1371600"/>
            <a:ext cx="192024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1371600"/>
            <a:ext cx="54864" cy="2560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2971800" y="1463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SYS-11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71800" y="1828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L3动作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71800" y="219456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SmolVLA模型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DiT-B动作头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端侧推理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精细力控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1371600"/>
            <a:ext cx="192024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1371600"/>
            <a:ext cx="54864" cy="2560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1463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SYS-12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74920" y="1828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L3引导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4920" y="219456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LeWorldModel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世界预测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轨迹规划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状态估计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40880" y="1371600"/>
            <a:ext cx="192024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1371600"/>
            <a:ext cx="54864" cy="2560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7178040" y="1463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8040" y="1828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L4大脑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78040" y="219456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云端智能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全局规划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异常诊断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自学习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核心能力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31520" y="466344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产线级全自主无人插拔，7×24小时连续运行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SYS-11 + SYS-12 协同：动作系统与世界模型融合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具备异常自主诊断和恢复能力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成功率达 99.2%，达到工业级量产标准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系统架构总览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54480"/>
            <a:ext cx="256032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256032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L2基石层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EtherCAT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力控安全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急停保护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554480"/>
            <a:ext cx="329184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554480"/>
            <a:ext cx="32918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737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L3/L4核心层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2194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SYS-11 / SYS-12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265176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SmolVLA 500M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DiT-B Action Head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LeWorldModel 15M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1554480"/>
            <a:ext cx="219456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554480"/>
            <a:ext cx="219456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L4大脑层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26517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云端智能体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任务规划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全局调度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937760"/>
            <a:ext cx="76809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技术路线：</a:t>
            </a:r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LeRobot (机器人框架) + SmolVLA (视觉-语言-动作) + LeWorldModel (世界模型) + DiT-B Flow-Matching (动作生成)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核心优势与商业价值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54480"/>
            <a:ext cx="38404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±0.02</a:t>
            </a:r>
            <a:pPr algn="l" indent="0" marL="0">
              <a:buNone/>
            </a:pPr>
            <a:r>
              <a:rPr lang="en-US" sz="24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mm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0584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插拔精度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46320" y="1554480"/>
            <a:ext cx="38404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1828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99.2</a:t>
            </a:r>
            <a:pPr algn="l" indent="0" marL="0">
              <a:buNone/>
            </a:pPr>
            <a:r>
              <a:rPr lang="en-US" sz="24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12064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成功率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474720"/>
            <a:ext cx="38404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7490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&lt;10</a:t>
            </a:r>
            <a:pPr algn="l" indent="0" marL="0">
              <a:buNone/>
            </a:pPr>
            <a:r>
              <a:rPr lang="en-US" sz="240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ms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005840" y="4572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端侧推理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46320" y="3474720"/>
            <a:ext cx="38404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37490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7×24</a:t>
            </a:r>
            <a:pPr algn="l" indent="0" marL="0">
              <a:buNone/>
            </a:pPr>
            <a:r>
              <a:rPr lang="en-US" sz="2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h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5120640" y="4572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连续运行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5394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商业价值：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人工成本降低 → </a:t>
            </a:r>
            <a:pPr algn="l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单机替代2-3名熟练操作工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良率提升 → </a:t>
            </a:r>
            <a:pPr algn="l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减少人工损伤，良率从95%提升至99%+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换型时间缩短 → </a:t>
            </a:r>
            <a:pPr algn="l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从小时级降至分钟级，柔性生产成为可能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实施路线图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2286000"/>
            <a:ext cx="18288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192024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192024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37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 Q3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560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L2基础搭建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29184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硬件底座完成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安全层激活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2286000"/>
            <a:ext cx="18288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4640" y="1554480"/>
            <a:ext cx="192024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640" y="1554480"/>
            <a:ext cx="192024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2971800" y="1737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71800" y="21031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 Q4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71800" y="2560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L3单工位验证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71800" y="329184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SmolVLA部署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条件自主插拔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0" y="2286000"/>
            <a:ext cx="18288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0" y="1554480"/>
            <a:ext cx="192024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1554480"/>
            <a:ext cx="19202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1737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74920" y="21031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2027 Q1-Q2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74920" y="2560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L4产线落地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74920" y="329184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SYS-11+12融合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全域无人插拔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40880" y="1554480"/>
            <a:ext cx="192024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0" y="1554480"/>
            <a:ext cx="1920240" cy="7315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Text 25"/>
          <p:cNvSpPr/>
          <p:nvPr/>
        </p:nvSpPr>
        <p:spPr>
          <a:xfrm>
            <a:off x="7178040" y="1737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78040" y="21031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2027+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78040" y="2560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规模化复制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78040" y="329184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多产线部署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持续优化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Z-MAX 多模态动作专家 - 管理层汇报</dc:title>
  <dc:subject>PptxGenJS Presentation</dc:subject>
  <dc:creator>智蜂创元</dc:creator>
  <cp:lastModifiedBy>智蜂创元</cp:lastModifiedBy>
  <cp:revision>1</cp:revision>
  <dcterms:created xsi:type="dcterms:W3CDTF">2026-07-01T08:07:32Z</dcterms:created>
  <dcterms:modified xsi:type="dcterms:W3CDTF">2026-07-01T08:07:32Z</dcterms:modified>
</cp:coreProperties>
</file>