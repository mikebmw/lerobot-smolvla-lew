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 · 交付物培训手册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基于 Phase 0 真实交付物 · 硬件配置与实际部署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· 依据供应商Ⅰ期验收交付件编制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0 交付物清单 · Ⅰ期验收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以下内容基于供应商实际交付的验收文件包: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📋  关键零部件和易损件清单 (BOM)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包含完整的硬件物料清单、供应商、数量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📖  设备使用说明书 (22MB PDF)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桌面版视触融合操作套件完整使用指南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🔌  电气接线图说明 (DOCX)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总览图 · 网络拓扑 · HUB拓扑 · 主电路 · 机器人接线 · 夹爪接线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🏗️  结构安装指南 (PPTX + STEP)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总装3D模型 · 料仓结构 · 安装孔位图 · 铭牌信息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✅  苏州实验室样机验收确认记录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核心硬件配置 · 源自 BOM 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┌──────────────────┬──────────────────────────────────┐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硬件组件          │  规格 / 供应商       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├──────────────────┼──────────────────────────────────┤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六轴协作机器人    │  SR5-C · 负载5kg · 臂展911mm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智算中枢          │  Jetson Orin NX 16G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深度相机 (主)     │  Mech-Eye NANO ULTRA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深度相机 (辅)     │  RealSense D405    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电动夹爪          │  DH PEGA-50-26     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触觉传感器        │  TS-T-15 · 单点三维力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扫码枪            │  Honeywell 3320GHD · USB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安全光栅          │  KE22-1040 × 2对   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显示器            │  AOC 27英寸         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电源              │  220VAC/24VDC + 19VDC + 12VDC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工装夹具          │  400G+100G 夹爪 · 导向组件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│  附属件            │  I2C测试工装 · 工控机             │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└──────────────────┴──────────────────────────────────┘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电气接线 · 总览图</a:t>
            </a:r>
          </a:p>
        </p:txBody>
      </p:sp>
      <p:pic>
        <p:nvPicPr>
          <p:cNvPr id="3" name="Picture 2" descr="doc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来源于交付物: 中际旭创接线图说明 · 图1 总览图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电气接线 · 总览图 · 系统整体电气连接</a:t>
            </a:r>
          </a:p>
        </p:txBody>
      </p:sp>
      <p:pic>
        <p:nvPicPr>
          <p:cNvPr id="3" name="Picture 2" descr="doc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图1: 总览图 · 系统整体电气连接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电气接线 · 网络拓扑结构</a:t>
            </a:r>
          </a:p>
        </p:txBody>
      </p:sp>
      <p:pic>
        <p:nvPicPr>
          <p:cNvPr id="3" name="Picture 2" descr="docx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图2: 网络拓扑结构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结构安装 · 总装图</a:t>
            </a:r>
          </a:p>
        </p:txBody>
      </p:sp>
      <p:pic>
        <p:nvPicPr>
          <p:cNvPr id="3" name="Picture 2" descr="ppt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来源于交付物: 光模块设备结构安装PPTX · 总装3D渲染图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结构安装图 · pptx_image11.png</a:t>
            </a:r>
          </a:p>
        </p:txBody>
      </p:sp>
      <p:pic>
        <p:nvPicPr>
          <p:cNvPr id="3" name="Picture 2" descr="pptx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来源于结构安装PPTX (交付物)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结构安装图 · pptx_image1.jpeg</a:t>
            </a:r>
          </a:p>
        </p:txBody>
      </p:sp>
      <p:pic>
        <p:nvPicPr>
          <p:cNvPr id="3" name="Picture 2" descr="pptx_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来源于结构安装PPTX (交付物)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结构安装图 · pptx_image21.png</a:t>
            </a:r>
          </a:p>
        </p:txBody>
      </p:sp>
      <p:pic>
        <p:nvPicPr>
          <p:cNvPr id="3" name="Picture 2" descr="pptx_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来源于结构安装PPTX (交付物)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结构安装图 · pptx_image16.png</a:t>
            </a:r>
          </a:p>
        </p:txBody>
      </p:sp>
      <p:pic>
        <p:nvPicPr>
          <p:cNvPr id="3" name="Picture 2" descr="pptx_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来源于结构安装PPTX (交付物)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设备操作 · 视触融合套件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基于供应商交付的 22MB 完整使用说明书: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🎮  控制系统: 珞石 SR5-C 控制系统 (不含示教器)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通过 XSpace Studio (PC端) 进行全部操作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👁️  视觉系统: 梅卡曼德 Mech-Eye NANO ULTRA (主相机)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+ Intel RealSense D405 (辅助相机)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实现双视角3D定位与FoundationPose位姿估计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🖐️  触觉系统: TS-T-15 单点三维力传感器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安装在夹爪手指上 · 实时力反馈闭环控制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🔌  通信架构: Ethernet + USB HUB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ROS2 Humble · Domain 23 · 21节点并行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安全保障 · 多层冗余设计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Z-MAX 基线版内置多层安全保障: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🛑  第一层: 双路急停按钮 (物理按钮 + USB外接)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任一触发 → 所有运动立即停止 → 塔灯红光闪烁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⚡  第二层: 六维力传感器过载保护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实时监测 Fx/Fy/Fz/Tx/Ty/Tz · 超阈值自动停机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🔲  第三层: 安全光栅 KE22-1040 × 2对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人员进入工作区 → 自动降速/停止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🚦  第四层: 三色塔灯状态指示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🟢绿(运行) 🟡黄(待处理) 🔴红(急停)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 产线工人无需看屏幕即可判断状态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工装夹具 · 光模块专用设计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针对光模块产线定制的多规格夹爪和导向组件: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📦  400G 系列工装: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· 400G夹爪-左  · 400G夹爪-右  · 400G夹爪-中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· 400G工装导向组件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📦  100G 系列工装: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· 100G夹爪-左  · 100G夹爪-右  · 100G夹爪-中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· 100G工装导向组件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🔧  触觉测试工装: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· 定制小手指I2C外接测试工装PCBA总成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所有工装通过 DH PEGA-50-26 电动夹爪驱动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力控模式自动适配不同规格模块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Z-MAX 基线版 · 技术参数 (基于交付物)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项目                  参数                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机械臂                珞石 SR5-C · 6轴 · 5kg · 911mm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智算中枢              Jetson Orin NX 16G 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主深度相机            梅卡曼德 Mech-Eye NANO ULTRA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辅深度相机            Intel RealSense D405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电动夹爪              DH PEGA-50-26      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触觉传感器            TS-T-15 · 单点三维力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扫码枪                Honeywell 3320GHD · USB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安全光栅              KE22-1040 × 2对    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显示器                AOC 27"            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工装                  400G+100G 夹爪 · 导向组件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电源                  220VAC→24/19/12VDC + 5VDC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ROS2                  21节点 · 51 Topic · Domain 23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操作界面              XSpace Studio (Windows)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│  验收状态              苏州实验室 · Ⅰ期通过            │</a:t>
            </a:r>
          </a:p>
          <a:p>
            <a:pPr>
              <a:spcAft>
                <a:spcPts val="500"/>
              </a:spcAft>
              <a:defRPr sz="1000">
                <a:solidFill>
                  <a:srgbClr val="333333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L2基线 → L3/L4 升级路线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当前 Phase 0 交付物 = L2 基线版硬件基础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✅  L2 基线版 (已实现):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基于 Phase 0 硬件的全套 L2 功能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点到点运动 · 力控柔顺 · 预制工序 · 良率大于99%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⏳  L3 增强版 (OTA 软件升级 · 2026 Q4):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在现有硬件上增加视觉引导定位、多工序编排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无需更换硬件 · 纯软件升级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🔮  L4 旗舰版 (AI 自主 · 2027 Q2):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    VLA 模型自主决策 · 无人值守 · 零人工干预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硬件平台一步到位 · 软件能力持续升级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 · 交付物培训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基于 Phase 0 真实验收物 · 12路硬件 · 即装即用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· Q/ZFCY 001.1-2026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