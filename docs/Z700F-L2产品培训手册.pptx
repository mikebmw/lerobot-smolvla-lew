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Z700 F · L2 精细操作机器人</a:t>
            </a:r>
            <a:br/>
            <a:r>
              <a:t>完整产品手册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000">
                <a:solidFill>
                  <a:srgbClr val="333333"/>
                </a:solidFill>
              </a:defRPr>
            </a:pPr>
            <a:r>
              <a:t>固定式精密操作具身机器人 · 精密制造智能技工</a:t>
            </a:r>
          </a:p>
          <a:p>
            <a:pPr>
              <a:spcAft>
                <a:spcPts val="300"/>
              </a:spcAft>
              <a:defRPr sz="2000">
                <a:solidFill>
                  <a:srgbClr val="333333"/>
                </a:solidFill>
              </a:defRPr>
            </a:pPr>
            <a:r>
              <a:t>Z-MAX 智能化模型引擎 · Q/ZFCY 001.1-2026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产品架构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Z-MAX 智能化模型引擎 (软件层)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L2:人工编排→L3:多模态端到端→L4:精细感知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Z700 F 硬件平台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6轴机械臂·AGX Orin NX·双3D相机·DH夹爪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六维力传感器·触觉传感器·塔灯·急停·光栅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L2基线版·6步操作流程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系统0·分段式·标准原子功能库·动作(标准接口)·真实环境</a:t>
            </a: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①人工流程编排 ②标准原子功能 ③动作执行</a:t>
            </a: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④力控反馈 ⑤AOI验证 ⑥成品下料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硬件配置(Phase 0交付物)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6轴机械臂SR5-C·5kg·911mm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Jetson AGX Orin NX 16G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Mech-Eye NANO ULTRA + RealSense D405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DH PEGA-50-26夹爪·TS-T-15触觉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六维力传感器·Honeywell扫码枪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安全光栅KE22-1040×2·三色塔灯·双路急停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400G+100G工装夹具·明纬电源模块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电气系统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  <a:r>
              <a:t>220VAC→24VDC(机械臂/夹爪/塔灯)</a:t>
            </a:r>
          </a:p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  <a:r>
              <a:t>→19VDC(Orin NX) →12VDC(交换机) →5VDC(USB)</a:t>
            </a:r>
          </a:p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  <a:r>
              <a:t>Ethernet↔Orin↔USB(相机/扫码枪)</a:t>
            </a:r>
          </a:p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  <a:r>
              <a:t>EtherCAT↔机械臂/力传感器</a:t>
            </a:r>
          </a:p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  <a:r>
              <a:t>I2C↔触觉传感器/夹爪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ROS2架构(Domain23·21节点·51Topic)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</a:defRPr>
            </a:pPr>
            <a:r>
              <a:t>/robot_driver—运动控制·/gripper_driver—夹爪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</a:defRPr>
            </a:pPr>
            <a:r>
              <a:t>/realsense_source—RGB+深度·/tower_light—塔灯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</a:defRPr>
            </a:pPr>
            <a:r>
              <a:t>/tactile_sensor—触觉·/force_torque_node—力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</a:defRPr>
            </a:pPr>
            <a:r>
              <a:t>/physical_estop+/usb_estop—双路急停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</a:defRPr>
            </a:pPr>
            <a:r>
              <a:t>/honeywell_scanner—扫码·/vision_tag—位姿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</a:defRPr>
            </a:pPr>
            <a:r>
              <a:t>/obstacle_marker—障碍·/motion—状态机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</a:defRPr>
            </a:pPr>
            <a:r>
              <a:t>/hmi+/external_comm—上位机通信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XSpace Studio(9大模块)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🏠首页 📦数据集 🏋️训练 ✅评估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🔧硬件工具箱(12路CANoe总线)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⚙️配置中心(SmolVLA-LEW参数编辑)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📈实时监控(6信号源+Rerun3D)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🤖插拔场景(L2/L3/L4+功能积木)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🔄版本同步(LeRobot上游管理)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</a:defRPr>
            </a:pPr>
            <a:r>
              <a:t>📖帮助文档(含培训手册)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L2/L3/L4功能积木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t>L2(≥99.2%):人工编排·原子功能·动作执行·力控·AOI·下料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t>L3(≥99.5%): +多模块识别·自主闭环·换线配方·异常恢复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t>L4(≥99.9%): +力控预判·触觉闭环·光幕·自诊断·AI预测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五层安全保护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L1力控预判(&gt;10kHz→0.05s停机)</a:t>
            </a: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L2触觉闭环(&gt;2N自动释放)</a:t>
            </a: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L3光幕联动(人员→降速/停机)</a:t>
            </a: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L4双路急停(物理+USB冗余)</a:t>
            </a: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L5塔灯指示(🟢正常🟡处理🔴急停)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产品迭代路线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  <a:r>
              <a:t>L2✅ 基线·Sys-0分段式·人工编排+AOI·≥99.2%·已交付</a:t>
            </a:r>
          </a:p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  <a:r>
              <a:t>L3⏳ 增强·Sys-1端到端·多模态自主闭环·≥99.5%·Q4OTA</a:t>
            </a:r>
          </a:p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  <a:r>
              <a:t>L4🔮 旗舰·Sys-11智能·精细感知全自主·≥99.9%·Q2OTA</a:t>
            </a:r>
          </a:p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333333"/>
                </a:solidFill>
              </a:defRPr>
            </a:pPr>
            <a:r>
              <a:t>硬件一步到位·软件OTA升级·无需更换设备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投资回报·12个月回本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熟练工人(3班):年120万 vs Z700F:年25万</a:t>
            </a: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关键工序良率:95%→≥99.2%</a:t>
            </a: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单模块节拍:45-60s→38s</a:t>
            </a:r>
          </a:p>
          <a:p>
            <a:pPr>
              <a:spcAft>
                <a:spcPts val="300"/>
              </a:spcAft>
              <a:defRPr sz="1600">
                <a:solidFill>
                  <a:srgbClr val="333333"/>
                </a:solidFill>
              </a:defRPr>
            </a:pPr>
            <a:r>
              <a:t>年节省:95万+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技术参数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t>Z700F(Fix固定版)·6轴·5kg·911mm·±0.05mm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t>力传感器六维&gt;10kHz·双3D相机·伺服夹爪0-40mm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t>AGX Orin NX 16G·ROS2 Humble Domain23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t>21节点·51Topic·XSpace Studio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t>双路急停·力控过载·光栅·塔灯·220VAC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t>关键工序良率≥99.2%·整机2年保修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Z700 F · 今日即可投产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400">
                <a:solidFill>
                  <a:srgbClr val="333333"/>
                </a:solidFill>
              </a:defRPr>
            </a:pPr>
            <a:r>
              <a:t>固定式精密操作具身机器人</a:t>
            </a:r>
          </a:p>
          <a:p>
            <a:pPr>
              <a:spcAft>
                <a:spcPts val="300"/>
              </a:spcAft>
              <a:defRPr sz="2400">
                <a:solidFill>
                  <a:srgbClr val="333333"/>
                </a:solidFill>
              </a:defRPr>
            </a:pPr>
            <a:r>
              <a:t>Z-MAX智能化模型引擎驱动</a:t>
            </a:r>
          </a:p>
          <a:p>
            <a:pPr>
              <a:spcAft>
                <a:spcPts val="300"/>
              </a:spcAft>
              <a:defRPr sz="2400">
                <a:solidFill>
                  <a:srgbClr val="333333"/>
                </a:solidFill>
              </a:defRPr>
            </a:pPr>
            <a:r>
              <a:t>智蜂创元(ZFCY)·Q/ZFCY 001.1-2026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