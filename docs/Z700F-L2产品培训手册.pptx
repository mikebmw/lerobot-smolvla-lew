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F497D"/>
                </a:solidFill>
              </a:defRPr>
            </a:pPr>
            <a:r>
              <a:t>Z700 F · L2 精细操作机器人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4F81BD"/>
                </a:solidFill>
              </a:defRPr>
            </a:pPr>
            <a:r>
              <a:t>固定式精密操作具身机器人 · 精密制造智能技工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</a:defRPr>
            </a:pPr>
            <a:r>
              <a:t>Z-MAX 智能化模型引擎 · 智蜂创元(ZFCY) · Q/ZFCY 001.1-2026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产品定位 · Z700 F + Z-MAX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Z700 F 是一台固定式精密操作机器人，专为光模块产线精细插拔工序设计。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它搭载 Z-MAX 智能化模型引擎，在 L2 基线版采用人工编制流程 + 标准原子功能库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的工作方式，实现 ±0.05mm 精度的力控插拔操作。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◈  Z-MAX = 智能化模型（软件引擎）    ◈  Z700 F = 精细操作机器人（硬件载体）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◈  Z700 = L4 级全自主精细操作机器人   ◈  Z700 F = L2 基线固定版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Z700 F 是 Z700 系列的首个量产版本。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未来通过 OTA 软件升级可演进至 L3 增强版和 L4 旗舰版，硬件无需更换。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产品架构 · 软件+硬件分层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┌──────────────────────────────────────────────────────┐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│              Z-MAX 智能化模型引擎      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│  L2: 人工流程编排  |  L3: 多模态端到端  |  L4: 精细感知 │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├──────────────────────────────────────────────────────┤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│              Z700 F 硬件平台          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│                                      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│  🤖 6轴协作机械臂(5kg/911mm)    ⚡ 六维力传感器(&gt;10kHz) │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│  📷 双3D深度相机(结构光+RealSense) 🖐️ 伺服电动夹爪       │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│  🧠 AGX Orin NX 智算中枢         🚦 三色塔灯(绿黄红)    │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│  🛑 双路急停+安全光栅×2           📱 Honeywell扫码枪    │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│  🖐️ TS-T-15 触觉传感器(3D力)      🖥️ XSpace Studio操控台 │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└──────────────────────────────────────────────────────┘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Z-MAX 负责: 工序编排 · 动作决策 · 力控闭环 · 视觉定位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Z700 F 负责: 精确运动执行 · 传感器采集 · 安全保护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L2 基线版 · 人工编制流程（6步）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系统 0 · 分段式 · 标准原子功能库 · 动作(标准接口) · 真实环境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操作员编排 ─→ 标准原子功能 ─→ 动作执行 ─→ 力控反馈 ─→ 分段验证 ─→ 成品下料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① 人工流程编排      操作员在 XSpace Studio 中设定工序参数，选择标准原子功能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② 标准原子功能      取料、扫码、定位、对准、插入、拔出、检测、分类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③ 动作执行          基于 ROS2 标准接口，点到点精确运动 ±0.05mm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④ 力控反馈          六维力传感器 &gt;10kHz 采样，夹持力自适应闭环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⑤ 分段式验证        每步完成确认后才进入下一步 · 异常自动停机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⑥ 成品下料          取出完成品并记录检测数据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硬件配置 · 基于 Phase 0 交付物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组件              规格                        功能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机械臂            6轴协作型·负载5kg·臂展911mm   精密运动执行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智算中枢          Jetson AGX Orin NX 16G        实时控制·AI推理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主深度相机        高精度3D结构光                 模块定位·位姿估计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辅深度相机        Intel RealSense D405          辅助视角·3D点云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电动夹爪          伺服驱动·夹持力可调            抓取·力控插拔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触觉传感器        TS-T-15·单点三维力             接触力实时反馈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六维力传感器      Fx/Fy/Fz/Tx/Ty/Tz             力控闭环核心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扫码枪            Honeywell 3320GHD·USB         模块SN自动识别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安全光栅          KE22-1040×2对                 人员进入检测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三色塔灯          绿/黄/红 LED                  状态一目了然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双路急停          物理按钮+USB外接               紧急停止冗余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交付物文档 · docx_image1</a:t>
            </a:r>
          </a:p>
        </p:txBody>
      </p:sp>
      <p:pic>
        <p:nvPicPr>
          <p:cNvPr id="4" name="Picture 3" descr="pptx_im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109728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交付物文档 · pptx_image1</a:t>
            </a:r>
          </a:p>
        </p:txBody>
      </p:sp>
      <p:pic>
        <p:nvPicPr>
          <p:cNvPr id="4" name="Picture 3" descr="pptx_im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109728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XSpace Studio · 操控平台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Windows PC 上的一站式操作界面 (PyQt5 暗色主题)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🔧 硬件工具箱     12路硬件总线 (CANoe风格) · 单路独立控制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                塔灯🟢🟡🔴⚫ · 夹爪🖐️开✊关 · 机械臂📡🛑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                RealSense 📸拍照 · 触觉📡读取 · SSH复用0.3s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📈 实时监控       5种信号源(回放/仿真/演示/实时/离线)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                Rerun 3D可视化 · Topic/Node面板 · 信号追踪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🏋️ 训练控制台     SmolVLA DiffusionPolicy 端到端训练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✅ 评估分析       训练损失曲线 · 多记录对比 · 模型管理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🤖 插拔场景       L2/L3/L4 三级场景参考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📖 帮助文档       操作手册 · 培训材料 · 开发宝典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投资回报 · 12个月回本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对比项             熟练工人(3班倒)     Z700 F 基线版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年人力成本          108万/年            0（仅电费）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关键工序良率        95~97%              ≥99.2%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单模块节拍          45~60秒             38秒（稳定）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工作时间            8h×3班=24h           24h×7天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培训成本            3个月/新人          1天培训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年综合成本          ≈120万              ≈25万（折旧）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💰 投资回报周期: 约 12 个月  |  之后每年净省 95 万+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产品迭代路线 · 硬件一步到位 · 软件持续升级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┌──────┬──────────────────────┬──────────┬──────────┐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│ 等级  │ 核心能力              │ 良率      │ 时间      │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├──────┼──────────────────────┼──────────┼──────────┤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│ L2 ✅ │ 基线版 · 人工编排     │ ≥99.2%   │ 已交付    │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│      │ 原子功能库 · 分段验证  │          │          │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├──────┼──────────────────────┼──────────┼──────────┤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│ L3 ⏳ │ 增强版 · 多模态端到端 │ ≥99.5%   │ 2026 Q4  │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│      │ 自主识别 · 换线换配方  │          │ OTA升级  │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├──────┼──────────────────────┼──────────┼──────────┤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│ L4 🔮 │ 旗舰版 · 精细感知     │ ≥99.9%   │ 2027 Q2  │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│      │ 场景引导 · 全自主      │          │ OTA升级  │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└──────┴──────────────────────┴──────────┴──────────┘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硬件一步到位 · 软件持续升级 · 无需更换设备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安全体系 · 五层主动保护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L1  力控预判    力传感器 &gt;10kHz 采样 → 接触力超阈值 0.05s 内停机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L2  触觉闭环    TS-T-15 实时反馈 → 夹持力 &gt;2N 自动释放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L3  光幕联动    安全光栅检测人员进入 → 自动降速 / 分区停机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L4  双路急停    物理按钮 / USB 外接任一触发 → 立即停止所有运动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L5  塔灯指示    🟢绿=正常运行  🟡黄=待处理  🔴红=急停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Z700 F 符合工业安全标准 · 双路冗余设计 · 力控过载保护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日常操作 · 5分钟学会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开机:  按电源 → 等绿灯亮 → 打开 XSpace Studio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运行:  选工序(固件加载/老化上下料/模块测试) → 点「开始」→ 自动执行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常见问题: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黄灯亮  →  检查缺料 → 补充模块 → 点「继续」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夹爪抓不住 →  点「重新定位」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红灯亮  →  排除障碍 → 拧开急停 → 点「复位」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测试不通过 →  模块放入不良品盒 → 继续下一个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会玩手机就会操作 Z700 F  |  全中文界面  |  一键式操作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技术参数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┌─────────────────┬────────────────────────────────────┐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│ 产品型号         │ Z700 F (Fix 固定版)               │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│ 机械臂           │ 6轴协作型 · 负载5kg · 臂展911mm    │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│ 重复定位精度     │ ±0.05mm                           │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│ 力传感器         │ 六维 · 采样率 &gt;10kHz               │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│ 深度相机         │ 双3D (结构光 + RealSense D405)     │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│ 夹爪             │ 伺服驱动 · 0~40mm · 力控           │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│ 智算中枢         │ NVIDIA Jetson AGX Orin NX 16G      │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│ 控制周期         │ 1ms (EtherCAT)                    │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│ ROS2             │ Humble · Domain 23 · 21节点 51Topic│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│ 操作界面         │ XSpace Studio (Windows PC/平板)    │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│ 安全             │ 双路急停 · 力控过载 · 光栅 · 塔灯   │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│ 电源             │ 220VAC 即插即用                   │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│ 关键工序良率     │ ≥99.2% (L2基线)                   │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│ 保修             │ 整机2年 · 模块化30分钟更换          │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└─────────────────┴────────────────────────────────────┘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F497D"/>
                </a:solidFill>
              </a:defRPr>
            </a:pPr>
            <a:r>
              <a:t>Z700 F · L2 精细操作机器人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4F81BD"/>
                </a:solidFill>
              </a:defRPr>
            </a:pPr>
            <a:r>
              <a:t>固定式精密操作具身机器人 · 今日即可投产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</a:defRPr>
            </a:pPr>
            <a:r>
              <a:t>智蜂创元(ZFCY) · Z-MAX 智能化模型引擎 · Q/ZFCY 001.1-2026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